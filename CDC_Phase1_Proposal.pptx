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103120"/>
            <a:ext cx="5943600" cy="5943600"/>
          </a:xfrm>
          <a:prstGeom prst="ellipse">
            <a:avLst/>
          </a:prstGeom>
          <a:solidFill>
            <a:srgbClr val="24316F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480560"/>
            <a:ext cx="4754880" cy="4754880"/>
          </a:xfrm>
          <a:prstGeom prst="ellipse">
            <a:avLst/>
          </a:prstGeom>
          <a:solidFill>
            <a:srgbClr val="24316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&amp; FUND-INFORMATION AI ASSISTANT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20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Proposal  —  Central Depository Company (CDC)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Insight Automation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regulatory updates is manual,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slow, and easy to fall behind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063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1148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manually track SECP circulars and national regulator notices as they're published.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274320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3063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7033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review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41148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cross-checking lengthy PDFs against reporting duties takes hours per update.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274320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9640" y="3063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37033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trace back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41148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audit or investor question comes up, re-locating the original source is slow.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 •  Phase 1 Proposal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assistant that answers regulatory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instantly — citing its source, every 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6949440" cy="3108960"/>
          </a:xfrm>
          <a:prstGeom prst="roundRect">
            <a:avLst>
              <a:gd name="adj" fmla="val 2941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301752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ask a question in plain language and get an answer drawn only from official, public documents — never from guesswork.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20624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41605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SECP circulars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470916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46634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CDC's own public site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5212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8720" y="51663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regulator sites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0" y="2697480"/>
            <a:ext cx="3886200" cy="3108960"/>
          </a:xfrm>
          <a:prstGeom prst="roundRect">
            <a:avLst>
              <a:gd name="adj" fmla="val 294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92440" y="3063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429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Comes with a citation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43434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the exact source document — so it can always be verified.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 •  Phase 1 Proposal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access to internal systems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data — by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72491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sources only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12724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only from an explicit, compliance-approved whitelist of official public sources.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2788920"/>
            <a:ext cx="457200" cy="45720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550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272491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internal connections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312724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connects to internal documents, CRM, recordings, or reporting systems.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457200" cy="45720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41655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stored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81888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Session-only memory in Phase 1 — no query history or personalization is retained.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4480560"/>
            <a:ext cx="457200" cy="45720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5508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441655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traceable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481888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links back to a specific, publicly verifiable source document.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 •  Phase 1 Proposal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public source to a cited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920240" y="3108960"/>
            <a:ext cx="1737360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914400" y="260604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606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checked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28600" y="423367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sources are automatically checked for updates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3108960"/>
            <a:ext cx="1737360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57600" y="260604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606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indexed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423367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documents are read and indexed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06640" y="3108960"/>
            <a:ext cx="1737360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0" y="260604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2606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asked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715000" y="423367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ask a question in plain language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0" y="260604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0" y="2606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64108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458200" y="423367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answers with a citation to the exact source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 •  Phase 1 Proposal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chat assistant for compliance,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admin, and investor-relations staff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82296" cy="777240"/>
          </a:xfrm>
          <a:prstGeom prst="round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answers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2770632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manual document searches with immediate, plain-language responses.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82296" cy="777240"/>
          </a:xfrm>
          <a:prstGeom prst="round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verifiable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3776472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cites its source, so it's easy to double-check.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800600"/>
            <a:ext cx="82296" cy="777240"/>
          </a:xfrm>
          <a:prstGeom prst="round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754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new to learn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4782312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text chat interface — no complex new software for staff to adopt.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 •  Phase 1 Proposal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E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INVESTMENT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lean, fast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5029200" cy="3017520"/>
          </a:xfrm>
          <a:prstGeom prst="roundRect">
            <a:avLst>
              <a:gd name="adj" fmla="val 3030"/>
            </a:avLst>
          </a:prstGeom>
          <a:solidFill>
            <a:srgbClr val="24316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8346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4–5 weeks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timeline (solo, steady effort)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2377440"/>
            <a:ext cx="5029200" cy="3017520"/>
          </a:xfrm>
          <a:prstGeom prst="roundRect">
            <a:avLst>
              <a:gd name="adj" fmla="val 3030"/>
            </a:avLst>
          </a:prstGeom>
          <a:solidFill>
            <a:srgbClr val="24316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0" y="28346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$20–50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3977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monthly cost (hosting + API usage)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E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self-hosted setup — appropriate because all indexed data is already public.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 •  Phase 1 Proposal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risks, and how they're managed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1106424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5146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25146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1064240" cy="8686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0175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or messy regulator PDFs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301752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OCR text-recognition step for scanned documents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1106424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8862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answering from guesswork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388620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rule: answer only from cited sources, or say “I don’t know”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11064240" cy="8686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7548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websites changing structure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475488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per source, with alerts on crawl failures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 •  Phase 1 Proposal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will be proposed separately,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once Phase 1 is live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1106424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834640"/>
            <a:ext cx="10332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source coverage, proactive compliance alerts, and staff personalization — still with zero internal data access.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 •  Phase 1 Proposal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asking for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54203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Phase 1 build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31927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source whitelist with compliance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965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a pilot group of staff to test with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internal data. No system access. Just faster, safer access to information that's already public.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 •  Phase 1 Proposal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486400" cy="5486400"/>
          </a:xfrm>
          <a:prstGeom prst="ellipse">
            <a:avLst/>
          </a:prstGeom>
          <a:solidFill>
            <a:srgbClr val="24316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Automation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Regulatory &amp; Fund-Information AI Assistant — Phase 1 Proposal</dc:title>
  <dc:subject>PptxGenJS Presentation</dc:subject>
  <dc:creator>Insight Automation</dc:creator>
  <cp:lastModifiedBy>Insight Automation</cp:lastModifiedBy>
  <cp:revision>1</cp:revision>
  <dcterms:created xsi:type="dcterms:W3CDTF">2026-09-16T11:13:55Z</dcterms:created>
  <dcterms:modified xsi:type="dcterms:W3CDTF">2026-09-16T11:13:55Z</dcterms:modified>
</cp:coreProperties>
</file>